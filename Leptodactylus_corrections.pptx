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8" r:id="rId2"/>
    <p:sldId id="259" r:id="rId3"/>
    <p:sldId id="260" r:id="rId4"/>
    <p:sldId id="262" r:id="rId5"/>
    <p:sldId id="261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3"/>
    <p:restoredTop sz="86369"/>
  </p:normalViewPr>
  <p:slideViewPr>
    <p:cSldViewPr snapToGrid="0">
      <p:cViewPr>
        <p:scale>
          <a:sx n="139" d="100"/>
          <a:sy n="139" d="100"/>
        </p:scale>
        <p:origin x="1592" y="-27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76D24-0742-1544-A257-EC5DBD7A248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3CCD6-CDC2-AA43-9D54-5B29BC761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6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3CCD6-CDC2-AA43-9D54-5B29BC7611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70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3CCD6-CDC2-AA43-9D54-5B29BC7611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5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3CCD6-CDC2-AA43-9D54-5B29BC7611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0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3CCD6-CDC2-AA43-9D54-5B29BC7611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03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3CCD6-CDC2-AA43-9D54-5B29BC7611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5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2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3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8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9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2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8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2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2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6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5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1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49941-B594-6340-A84C-C00A14D747C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BEA4A-E52F-7349-A0B6-6491C9AD6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2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1FDE61-E2E7-EEC4-0B87-8E1D44800F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516"/>
          <a:stretch/>
        </p:blipFill>
        <p:spPr>
          <a:xfrm>
            <a:off x="395472" y="1814162"/>
            <a:ext cx="4665133" cy="4726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848077-5356-9CCA-D2EA-8DDCFE788016}"/>
              </a:ext>
            </a:extLst>
          </p:cNvPr>
          <p:cNvSpPr txBox="1"/>
          <p:nvPr/>
        </p:nvSpPr>
        <p:spPr>
          <a:xfrm>
            <a:off x="395472" y="1232520"/>
            <a:ext cx="2653483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Original Results, Fig 5B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186F0-E897-6044-6D80-BFB1A15F9F82}"/>
              </a:ext>
            </a:extLst>
          </p:cNvPr>
          <p:cNvSpPr txBox="1"/>
          <p:nvPr/>
        </p:nvSpPr>
        <p:spPr>
          <a:xfrm>
            <a:off x="5060605" y="1242192"/>
            <a:ext cx="2874826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Corrected Results, Fig 5B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826A4E-7E77-9348-4E8E-341B44E1A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3834"/>
            <a:ext cx="4500862" cy="471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68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A60305-2F70-44A8-14CA-4ECF223CE665}"/>
              </a:ext>
            </a:extLst>
          </p:cNvPr>
          <p:cNvSpPr txBox="1"/>
          <p:nvPr/>
        </p:nvSpPr>
        <p:spPr>
          <a:xfrm>
            <a:off x="424091" y="533538"/>
            <a:ext cx="2309030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Original text, Fig 5B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8CC87-A121-82AB-DEBD-D10C45CB3E3D}"/>
              </a:ext>
            </a:extLst>
          </p:cNvPr>
          <p:cNvSpPr txBox="1"/>
          <p:nvPr/>
        </p:nvSpPr>
        <p:spPr>
          <a:xfrm>
            <a:off x="5146812" y="533538"/>
            <a:ext cx="2530373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Corrected text, Fig 5B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E3217A-CFC5-06BA-876C-34B1A3C40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91" y="1124960"/>
            <a:ext cx="4553137" cy="51642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E2F35B-BEAA-FAE3-DE44-F84026161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812" y="1124960"/>
            <a:ext cx="4487497" cy="52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6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A60305-2F70-44A8-14CA-4ECF223CE665}"/>
              </a:ext>
            </a:extLst>
          </p:cNvPr>
          <p:cNvSpPr txBox="1"/>
          <p:nvPr/>
        </p:nvSpPr>
        <p:spPr>
          <a:xfrm>
            <a:off x="660260" y="405393"/>
            <a:ext cx="1754006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Original, Fig S6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8CC87-A121-82AB-DEBD-D10C45CB3E3D}"/>
              </a:ext>
            </a:extLst>
          </p:cNvPr>
          <p:cNvSpPr txBox="1"/>
          <p:nvPr/>
        </p:nvSpPr>
        <p:spPr>
          <a:xfrm>
            <a:off x="4857992" y="405393"/>
            <a:ext cx="1975349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Corrected, Fig S6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A2592-EBC6-08CB-0D9D-3292078A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4" y="811658"/>
            <a:ext cx="4666218" cy="49872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276169-8026-E006-11DC-E07C8A19F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916" y="858560"/>
            <a:ext cx="4282965" cy="266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0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A60305-2F70-44A8-14CA-4ECF223CE665}"/>
              </a:ext>
            </a:extLst>
          </p:cNvPr>
          <p:cNvSpPr txBox="1"/>
          <p:nvPr/>
        </p:nvSpPr>
        <p:spPr>
          <a:xfrm>
            <a:off x="296819" y="555692"/>
            <a:ext cx="201087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Original, Table S4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8CC87-A121-82AB-DEBD-D10C45CB3E3D}"/>
              </a:ext>
            </a:extLst>
          </p:cNvPr>
          <p:cNvSpPr txBox="1"/>
          <p:nvPr/>
        </p:nvSpPr>
        <p:spPr>
          <a:xfrm>
            <a:off x="4864839" y="554086"/>
            <a:ext cx="2232214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Corrected, Table S4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FB6B5-8B76-464B-F597-8EC1F9CBF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52" y="911305"/>
            <a:ext cx="4712187" cy="4734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A4DFB-F894-4333-144E-258E9C882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074" y="882573"/>
            <a:ext cx="4545958" cy="29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9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A60305-2F70-44A8-14CA-4ECF223CE665}"/>
              </a:ext>
            </a:extLst>
          </p:cNvPr>
          <p:cNvSpPr txBox="1"/>
          <p:nvPr/>
        </p:nvSpPr>
        <p:spPr>
          <a:xfrm>
            <a:off x="422703" y="361227"/>
            <a:ext cx="201087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Original, Table S5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8CC87-A121-82AB-DEBD-D10C45CB3E3D}"/>
              </a:ext>
            </a:extLst>
          </p:cNvPr>
          <p:cNvSpPr txBox="1"/>
          <p:nvPr/>
        </p:nvSpPr>
        <p:spPr>
          <a:xfrm>
            <a:off x="4973172" y="361226"/>
            <a:ext cx="2232214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dirty="0"/>
              <a:t>Corrected, Table S5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011127-8DAB-D296-8687-F61C2AD9D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78" y="919441"/>
            <a:ext cx="4607115" cy="4393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92B217-AAF0-A0F4-DB30-7DE89E662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775" y="868071"/>
            <a:ext cx="4898347" cy="279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3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52550</TotalTime>
  <Words>49</Words>
  <Application>Microsoft Macintosh PowerPoint</Application>
  <PresentationFormat>Custom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Andolfatto</dc:creator>
  <cp:lastModifiedBy>Peter Andolfatto</cp:lastModifiedBy>
  <cp:revision>11</cp:revision>
  <dcterms:created xsi:type="dcterms:W3CDTF">2026-04-18T19:04:28Z</dcterms:created>
  <dcterms:modified xsi:type="dcterms:W3CDTF">2026-05-27T13:37:42Z</dcterms:modified>
</cp:coreProperties>
</file>